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91B497-3ACC-48EF-94B8-58EFA2C58FF8}" v="12" dt="2025-12-15T14:42:59.3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kash Hajela, Rajneesh (Cognizant)" userId="ba899388-3a4e-401c-bc1a-dbead9b4e35f" providerId="ADAL" clId="{CDC9A575-535F-4BC2-8D7B-3B4F3330D629}"/>
    <pc:docChg chg="undo custSel addSld modSld sldOrd">
      <pc:chgData name="Prakash Hajela, Rajneesh (Cognizant)" userId="ba899388-3a4e-401c-bc1a-dbead9b4e35f" providerId="ADAL" clId="{CDC9A575-535F-4BC2-8D7B-3B4F3330D629}" dt="2025-12-15T14:46:19.589" v="303" actId="1036"/>
      <pc:docMkLst>
        <pc:docMk/>
      </pc:docMkLst>
      <pc:sldChg chg="modSp mod">
        <pc:chgData name="Prakash Hajela, Rajneesh (Cognizant)" userId="ba899388-3a4e-401c-bc1a-dbead9b4e35f" providerId="ADAL" clId="{CDC9A575-535F-4BC2-8D7B-3B4F3330D629}" dt="2025-12-15T14:46:19.589" v="303" actId="1036"/>
        <pc:sldMkLst>
          <pc:docMk/>
          <pc:sldMk cId="3075920433" sldId="256"/>
        </pc:sldMkLst>
        <pc:spChg chg="mod">
          <ac:chgData name="Prakash Hajela, Rajneesh (Cognizant)" userId="ba899388-3a4e-401c-bc1a-dbead9b4e35f" providerId="ADAL" clId="{CDC9A575-535F-4BC2-8D7B-3B4F3330D629}" dt="2025-12-15T14:46:19.589" v="303" actId="1036"/>
          <ac:spMkLst>
            <pc:docMk/>
            <pc:sldMk cId="3075920433" sldId="256"/>
            <ac:spMk id="4" creationId="{C7EB36C6-C6CC-C90E-6985-848BB8931950}"/>
          </ac:spMkLst>
        </pc:spChg>
        <pc:spChg chg="mod">
          <ac:chgData name="Prakash Hajela, Rajneesh (Cognizant)" userId="ba899388-3a4e-401c-bc1a-dbead9b4e35f" providerId="ADAL" clId="{CDC9A575-535F-4BC2-8D7B-3B4F3330D629}" dt="2025-12-15T14:46:19.589" v="303" actId="1036"/>
          <ac:spMkLst>
            <pc:docMk/>
            <pc:sldMk cId="3075920433" sldId="256"/>
            <ac:spMk id="6" creationId="{D275C4D3-C192-884F-FAD7-45CCEC9EA929}"/>
          </ac:spMkLst>
        </pc:spChg>
        <pc:spChg chg="mod">
          <ac:chgData name="Prakash Hajela, Rajneesh (Cognizant)" userId="ba899388-3a4e-401c-bc1a-dbead9b4e35f" providerId="ADAL" clId="{CDC9A575-535F-4BC2-8D7B-3B4F3330D629}" dt="2025-12-15T14:46:19.589" v="303" actId="1036"/>
          <ac:spMkLst>
            <pc:docMk/>
            <pc:sldMk cId="3075920433" sldId="256"/>
            <ac:spMk id="7" creationId="{2414C43D-EACF-3EAF-F877-4C2154DAF25E}"/>
          </ac:spMkLst>
        </pc:spChg>
        <pc:spChg chg="mod">
          <ac:chgData name="Prakash Hajela, Rajneesh (Cognizant)" userId="ba899388-3a4e-401c-bc1a-dbead9b4e35f" providerId="ADAL" clId="{CDC9A575-535F-4BC2-8D7B-3B4F3330D629}" dt="2025-12-15T14:46:19.589" v="303" actId="1036"/>
          <ac:spMkLst>
            <pc:docMk/>
            <pc:sldMk cId="3075920433" sldId="256"/>
            <ac:spMk id="8" creationId="{C8781B5E-E154-BA61-0C16-2E9F35F088EB}"/>
          </ac:spMkLst>
        </pc:spChg>
        <pc:spChg chg="mod">
          <ac:chgData name="Prakash Hajela, Rajneesh (Cognizant)" userId="ba899388-3a4e-401c-bc1a-dbead9b4e35f" providerId="ADAL" clId="{CDC9A575-535F-4BC2-8D7B-3B4F3330D629}" dt="2025-12-15T14:46:19.589" v="303" actId="1036"/>
          <ac:spMkLst>
            <pc:docMk/>
            <pc:sldMk cId="3075920433" sldId="256"/>
            <ac:spMk id="9" creationId="{01A92B6F-CDCB-A72D-6E8D-F0367B240267}"/>
          </ac:spMkLst>
        </pc:spChg>
        <pc:spChg chg="mod">
          <ac:chgData name="Prakash Hajela, Rajneesh (Cognizant)" userId="ba899388-3a4e-401c-bc1a-dbead9b4e35f" providerId="ADAL" clId="{CDC9A575-535F-4BC2-8D7B-3B4F3330D629}" dt="2025-12-15T14:46:19.589" v="303" actId="1036"/>
          <ac:spMkLst>
            <pc:docMk/>
            <pc:sldMk cId="3075920433" sldId="256"/>
            <ac:spMk id="10" creationId="{25823498-8878-F8EF-A32D-4DF5672D195E}"/>
          </ac:spMkLst>
        </pc:spChg>
        <pc:spChg chg="mod">
          <ac:chgData name="Prakash Hajela, Rajneesh (Cognizant)" userId="ba899388-3a4e-401c-bc1a-dbead9b4e35f" providerId="ADAL" clId="{CDC9A575-535F-4BC2-8D7B-3B4F3330D629}" dt="2025-12-15T14:46:19.589" v="303" actId="1036"/>
          <ac:spMkLst>
            <pc:docMk/>
            <pc:sldMk cId="3075920433" sldId="256"/>
            <ac:spMk id="18" creationId="{12CF0FE5-70F2-D1DC-7683-E8702753C28E}"/>
          </ac:spMkLst>
        </pc:spChg>
        <pc:spChg chg="mod">
          <ac:chgData name="Prakash Hajela, Rajneesh (Cognizant)" userId="ba899388-3a4e-401c-bc1a-dbead9b4e35f" providerId="ADAL" clId="{CDC9A575-535F-4BC2-8D7B-3B4F3330D629}" dt="2025-12-15T14:46:19.589" v="303" actId="1036"/>
          <ac:spMkLst>
            <pc:docMk/>
            <pc:sldMk cId="3075920433" sldId="256"/>
            <ac:spMk id="21" creationId="{DDB48A38-BFF6-A028-988D-686F003FD98F}"/>
          </ac:spMkLst>
        </pc:spChg>
        <pc:spChg chg="mod">
          <ac:chgData name="Prakash Hajela, Rajneesh (Cognizant)" userId="ba899388-3a4e-401c-bc1a-dbead9b4e35f" providerId="ADAL" clId="{CDC9A575-535F-4BC2-8D7B-3B4F3330D629}" dt="2025-12-15T14:46:19.589" v="303" actId="1036"/>
          <ac:spMkLst>
            <pc:docMk/>
            <pc:sldMk cId="3075920433" sldId="256"/>
            <ac:spMk id="23" creationId="{E1D8BDD8-414F-F05E-50AF-A422CAB1DC82}"/>
          </ac:spMkLst>
        </pc:spChg>
        <pc:spChg chg="mod">
          <ac:chgData name="Prakash Hajela, Rajneesh (Cognizant)" userId="ba899388-3a4e-401c-bc1a-dbead9b4e35f" providerId="ADAL" clId="{CDC9A575-535F-4BC2-8D7B-3B4F3330D629}" dt="2025-12-15T14:46:19.589" v="303" actId="1036"/>
          <ac:spMkLst>
            <pc:docMk/>
            <pc:sldMk cId="3075920433" sldId="256"/>
            <ac:spMk id="33" creationId="{4CB4EC33-365B-AF96-7684-16433BFFFAB5}"/>
          </ac:spMkLst>
        </pc:spChg>
      </pc:sldChg>
      <pc:sldChg chg="addSp delSp modSp new mod setBg">
        <pc:chgData name="Prakash Hajela, Rajneesh (Cognizant)" userId="ba899388-3a4e-401c-bc1a-dbead9b4e35f" providerId="ADAL" clId="{CDC9A575-535F-4BC2-8D7B-3B4F3330D629}" dt="2025-12-15T14:46:01.185" v="285" actId="1076"/>
        <pc:sldMkLst>
          <pc:docMk/>
          <pc:sldMk cId="908732571" sldId="257"/>
        </pc:sldMkLst>
        <pc:spChg chg="del">
          <ac:chgData name="Prakash Hajela, Rajneesh (Cognizant)" userId="ba899388-3a4e-401c-bc1a-dbead9b4e35f" providerId="ADAL" clId="{CDC9A575-535F-4BC2-8D7B-3B4F3330D629}" dt="2025-12-15T14:38:19.250" v="2" actId="26606"/>
          <ac:spMkLst>
            <pc:docMk/>
            <pc:sldMk cId="908732571" sldId="257"/>
            <ac:spMk id="2" creationId="{700609CB-2CDE-5DFC-39A6-C10BE54A00EE}"/>
          </ac:spMkLst>
        </pc:spChg>
        <pc:spChg chg="del">
          <ac:chgData name="Prakash Hajela, Rajneesh (Cognizant)" userId="ba899388-3a4e-401c-bc1a-dbead9b4e35f" providerId="ADAL" clId="{CDC9A575-535F-4BC2-8D7B-3B4F3330D629}" dt="2025-12-15T14:38:19.250" v="2" actId="26606"/>
          <ac:spMkLst>
            <pc:docMk/>
            <pc:sldMk cId="908732571" sldId="257"/>
            <ac:spMk id="3" creationId="{EB177047-27C3-6C04-0B63-3DB94BC9A954}"/>
          </ac:spMkLst>
        </pc:spChg>
        <pc:spChg chg="add del mod">
          <ac:chgData name="Prakash Hajela, Rajneesh (Cognizant)" userId="ba899388-3a4e-401c-bc1a-dbead9b4e35f" providerId="ADAL" clId="{CDC9A575-535F-4BC2-8D7B-3B4F3330D629}" dt="2025-12-15T14:45:55.885" v="282" actId="478"/>
          <ac:spMkLst>
            <pc:docMk/>
            <pc:sldMk cId="908732571" sldId="257"/>
            <ac:spMk id="5" creationId="{DCAB71C0-41C8-EC24-6515-6FF6E721D207}"/>
          </ac:spMkLst>
        </pc:spChg>
        <pc:spChg chg="add mod">
          <ac:chgData name="Prakash Hajela, Rajneesh (Cognizant)" userId="ba899388-3a4e-401c-bc1a-dbead9b4e35f" providerId="ADAL" clId="{CDC9A575-535F-4BC2-8D7B-3B4F3330D629}" dt="2025-12-15T14:45:58.918" v="284" actId="1076"/>
          <ac:spMkLst>
            <pc:docMk/>
            <pc:sldMk cId="908732571" sldId="257"/>
            <ac:spMk id="7" creationId="{EB84F83A-116D-334B-9C6C-C4B8877F7009}"/>
          </ac:spMkLst>
        </pc:spChg>
        <pc:picChg chg="add mod">
          <ac:chgData name="Prakash Hajela, Rajneesh (Cognizant)" userId="ba899388-3a4e-401c-bc1a-dbead9b4e35f" providerId="ADAL" clId="{CDC9A575-535F-4BC2-8D7B-3B4F3330D629}" dt="2025-12-15T14:46:01.185" v="285" actId="1076"/>
          <ac:picMkLst>
            <pc:docMk/>
            <pc:sldMk cId="908732571" sldId="257"/>
            <ac:picMk id="4" creationId="{23E630EC-20AE-9705-80F1-907BDB447D2A}"/>
          </ac:picMkLst>
        </pc:picChg>
      </pc:sldChg>
      <pc:sldChg chg="modSp new mod">
        <pc:chgData name="Prakash Hajela, Rajneesh (Cognizant)" userId="ba899388-3a4e-401c-bc1a-dbead9b4e35f" providerId="ADAL" clId="{CDC9A575-535F-4BC2-8D7B-3B4F3330D629}" dt="2025-12-15T14:39:47.356" v="60" actId="14100"/>
        <pc:sldMkLst>
          <pc:docMk/>
          <pc:sldMk cId="1689003502" sldId="258"/>
        </pc:sldMkLst>
        <pc:spChg chg="mod">
          <ac:chgData name="Prakash Hajela, Rajneesh (Cognizant)" userId="ba899388-3a4e-401c-bc1a-dbead9b4e35f" providerId="ADAL" clId="{CDC9A575-535F-4BC2-8D7B-3B4F3330D629}" dt="2025-12-15T14:39:41.289" v="58" actId="113"/>
          <ac:spMkLst>
            <pc:docMk/>
            <pc:sldMk cId="1689003502" sldId="258"/>
            <ac:spMk id="2" creationId="{2CC7F1AE-C9F1-22F1-0283-CE409919AA11}"/>
          </ac:spMkLst>
        </pc:spChg>
        <pc:spChg chg="mod">
          <ac:chgData name="Prakash Hajela, Rajneesh (Cognizant)" userId="ba899388-3a4e-401c-bc1a-dbead9b4e35f" providerId="ADAL" clId="{CDC9A575-535F-4BC2-8D7B-3B4F3330D629}" dt="2025-12-15T14:39:47.356" v="60" actId="14100"/>
          <ac:spMkLst>
            <pc:docMk/>
            <pc:sldMk cId="1689003502" sldId="258"/>
            <ac:spMk id="3" creationId="{F4F4F138-CE1A-985F-8584-DB7909E5E8E2}"/>
          </ac:spMkLst>
        </pc:spChg>
      </pc:sldChg>
      <pc:sldChg chg="addSp delSp modSp new mod">
        <pc:chgData name="Prakash Hajela, Rajneesh (Cognizant)" userId="ba899388-3a4e-401c-bc1a-dbead9b4e35f" providerId="ADAL" clId="{CDC9A575-535F-4BC2-8D7B-3B4F3330D629}" dt="2025-12-15T14:44:52.661" v="157" actId="1076"/>
        <pc:sldMkLst>
          <pc:docMk/>
          <pc:sldMk cId="4014195414" sldId="259"/>
        </pc:sldMkLst>
        <pc:spChg chg="add del mod">
          <ac:chgData name="Prakash Hajela, Rajneesh (Cognizant)" userId="ba899388-3a4e-401c-bc1a-dbead9b4e35f" providerId="ADAL" clId="{CDC9A575-535F-4BC2-8D7B-3B4F3330D629}" dt="2025-12-15T14:44:52.661" v="157" actId="1076"/>
          <ac:spMkLst>
            <pc:docMk/>
            <pc:sldMk cId="4014195414" sldId="259"/>
            <ac:spMk id="2" creationId="{9D55D607-2439-5731-E145-1D71EEC6746D}"/>
          </ac:spMkLst>
        </pc:spChg>
        <pc:spChg chg="mod">
          <ac:chgData name="Prakash Hajela, Rajneesh (Cognizant)" userId="ba899388-3a4e-401c-bc1a-dbead9b4e35f" providerId="ADAL" clId="{CDC9A575-535F-4BC2-8D7B-3B4F3330D629}" dt="2025-12-15T14:40:12.550" v="64" actId="12"/>
          <ac:spMkLst>
            <pc:docMk/>
            <pc:sldMk cId="4014195414" sldId="259"/>
            <ac:spMk id="3" creationId="{FD6F2B38-D51A-BC5A-89B7-BB2AA3440E90}"/>
          </ac:spMkLst>
        </pc:spChg>
      </pc:sldChg>
      <pc:sldChg chg="addSp delSp modSp new mod ord">
        <pc:chgData name="Prakash Hajela, Rajneesh (Cognizant)" userId="ba899388-3a4e-401c-bc1a-dbead9b4e35f" providerId="ADAL" clId="{CDC9A575-535F-4BC2-8D7B-3B4F3330D629}" dt="2025-12-15T14:44:29.142" v="148" actId="13926"/>
        <pc:sldMkLst>
          <pc:docMk/>
          <pc:sldMk cId="616604574" sldId="260"/>
        </pc:sldMkLst>
        <pc:spChg chg="del">
          <ac:chgData name="Prakash Hajela, Rajneesh (Cognizant)" userId="ba899388-3a4e-401c-bc1a-dbead9b4e35f" providerId="ADAL" clId="{CDC9A575-535F-4BC2-8D7B-3B4F3330D629}" dt="2025-12-15T14:41:30.971" v="77" actId="478"/>
          <ac:spMkLst>
            <pc:docMk/>
            <pc:sldMk cId="616604574" sldId="260"/>
            <ac:spMk id="2" creationId="{051C56F1-FE49-D7E8-1907-DE1105FE841E}"/>
          </ac:spMkLst>
        </pc:spChg>
        <pc:spChg chg="add del mod">
          <ac:chgData name="Prakash Hajela, Rajneesh (Cognizant)" userId="ba899388-3a4e-401c-bc1a-dbead9b4e35f" providerId="ADAL" clId="{CDC9A575-535F-4BC2-8D7B-3B4F3330D629}" dt="2025-12-15T14:44:29.142" v="148" actId="13926"/>
          <ac:spMkLst>
            <pc:docMk/>
            <pc:sldMk cId="616604574" sldId="260"/>
            <ac:spMk id="3" creationId="{63EE04C9-769E-4219-2117-FE3BBE1DD011}"/>
          </ac:spMkLst>
        </pc:spChg>
        <pc:spChg chg="add">
          <ac:chgData name="Prakash Hajela, Rajneesh (Cognizant)" userId="ba899388-3a4e-401c-bc1a-dbead9b4e35f" providerId="ADAL" clId="{CDC9A575-535F-4BC2-8D7B-3B4F3330D629}" dt="2025-12-15T14:40:46.237" v="66"/>
          <ac:spMkLst>
            <pc:docMk/>
            <pc:sldMk cId="616604574" sldId="260"/>
            <ac:spMk id="5" creationId="{06A012FA-FF03-F8B1-7A6B-0F1FB4FE5B1C}"/>
          </ac:spMkLst>
        </pc:spChg>
        <pc:spChg chg="add">
          <ac:chgData name="Prakash Hajela, Rajneesh (Cognizant)" userId="ba899388-3a4e-401c-bc1a-dbead9b4e35f" providerId="ADAL" clId="{CDC9A575-535F-4BC2-8D7B-3B4F3330D629}" dt="2025-12-15T14:40:49.350" v="68"/>
          <ac:spMkLst>
            <pc:docMk/>
            <pc:sldMk cId="616604574" sldId="260"/>
            <ac:spMk id="7" creationId="{38F4303B-D11D-FB0B-C7A4-4559CE8A9E83}"/>
          </ac:spMkLst>
        </pc:spChg>
        <pc:graphicFrameChg chg="add mod">
          <ac:chgData name="Prakash Hajela, Rajneesh (Cognizant)" userId="ba899388-3a4e-401c-bc1a-dbead9b4e35f" providerId="ADAL" clId="{CDC9A575-535F-4BC2-8D7B-3B4F3330D629}" dt="2025-12-15T14:40:47.832" v="67"/>
          <ac:graphicFrameMkLst>
            <pc:docMk/>
            <pc:sldMk cId="616604574" sldId="260"/>
            <ac:graphicFrameMk id="4" creationId="{F5320941-0F11-C670-C2A8-CB4F7BA53E77}"/>
          </ac:graphicFrameMkLst>
        </pc:graphicFrameChg>
        <pc:graphicFrameChg chg="add mod">
          <ac:chgData name="Prakash Hajela, Rajneesh (Cognizant)" userId="ba899388-3a4e-401c-bc1a-dbead9b4e35f" providerId="ADAL" clId="{CDC9A575-535F-4BC2-8D7B-3B4F3330D629}" dt="2025-12-15T14:40:54.360" v="69"/>
          <ac:graphicFrameMkLst>
            <pc:docMk/>
            <pc:sldMk cId="616604574" sldId="260"/>
            <ac:graphicFrameMk id="6" creationId="{2A20DC89-C2EB-2FE3-71E5-8323D8DCF059}"/>
          </ac:graphicFrameMkLst>
        </pc:graphicFrameChg>
      </pc:sldChg>
      <pc:sldChg chg="modSp new mod">
        <pc:chgData name="Prakash Hajela, Rajneesh (Cognizant)" userId="ba899388-3a4e-401c-bc1a-dbead9b4e35f" providerId="ADAL" clId="{CDC9A575-535F-4BC2-8D7B-3B4F3330D629}" dt="2025-12-15T14:44:01.739" v="138" actId="20577"/>
        <pc:sldMkLst>
          <pc:docMk/>
          <pc:sldMk cId="688609225" sldId="261"/>
        </pc:sldMkLst>
        <pc:spChg chg="mod">
          <ac:chgData name="Prakash Hajela, Rajneesh (Cognizant)" userId="ba899388-3a4e-401c-bc1a-dbead9b4e35f" providerId="ADAL" clId="{CDC9A575-535F-4BC2-8D7B-3B4F3330D629}" dt="2025-12-15T14:44:01.739" v="138" actId="20577"/>
          <ac:spMkLst>
            <pc:docMk/>
            <pc:sldMk cId="688609225" sldId="261"/>
            <ac:spMk id="2" creationId="{C5AE5B37-FEB2-CB3F-446F-AE6C9A32A4D9}"/>
          </ac:spMkLst>
        </pc:spChg>
        <pc:spChg chg="mod">
          <ac:chgData name="Prakash Hajela, Rajneesh (Cognizant)" userId="ba899388-3a4e-401c-bc1a-dbead9b4e35f" providerId="ADAL" clId="{CDC9A575-535F-4BC2-8D7B-3B4F3330D629}" dt="2025-12-15T14:43:34.910" v="133" actId="113"/>
          <ac:spMkLst>
            <pc:docMk/>
            <pc:sldMk cId="688609225" sldId="261"/>
            <ac:spMk id="3" creationId="{C5C7521A-0FE2-71AB-C048-2E0A6A24174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3E1A69-7F76-4865-978F-ECB6541BA898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44A41D-8587-4A2E-9664-D70271593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331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4A41D-8587-4A2E-9664-D70271593F0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223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63A5F-4769-5C40-A7D6-7CCAD44E0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7445E-3C14-8223-59AC-6546D0155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B06A6-7C3D-0B67-C854-26B0FF4AE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66AD0-9817-469C-8DCC-73016CBBBB0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21167-F025-5E9D-D2BA-B2161F6B5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1F324-3BE1-B95B-0EC0-DB27E2D06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05D8E-3FC6-4BBA-BBFE-C47F10FA0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173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41257-3877-6CFF-EC6C-F4E03C312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5CF41-8278-E512-E838-9CE2BCBA8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AF7A9-0959-75EC-6620-AEB16565F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66AD0-9817-469C-8DCC-73016CBBBB0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2E68A-5FB7-59FE-0FD1-04FE76F3E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E1445-3B06-0B64-4125-D7B19360A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05D8E-3FC6-4BBA-BBFE-C47F10FA0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013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9E14B-57D9-1F12-CE1A-9E2EBE2E5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F83A6-4537-E27D-4763-D7FBC9C84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6A3FE-47F9-4C60-9F06-7FDED4545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66AD0-9817-469C-8DCC-73016CBBBB0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3C806-8E1B-CDC3-D0C0-1699FBE10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55602-504B-6D24-0259-104872D36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05D8E-3FC6-4BBA-BBFE-C47F10FA0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86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6021C-3240-8200-5CB4-36187B990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6C738-A6C9-6CBB-7CD6-84B5799976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C49104-117C-1396-EA69-F07D771B7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BBD51-5EA6-05C2-0559-29B71BBE3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66AD0-9817-469C-8DCC-73016CBBBB0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5190F-31A6-CDFD-BA83-234D50380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AD8964-AB6D-D4F6-F460-14B6FDC99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05D8E-3FC6-4BBA-BBFE-C47F10FA0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5641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BE11F-D72D-AD7B-C5F3-0C6E97BC7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3F108-8867-4AFC-076D-F29EE614C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AF50B-68C5-7CCF-CE1B-71A69701B6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897A68-2A93-C368-553C-C17428FB44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89B477-CF11-DCEB-CFCC-F7ABA80A78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937EF8-7990-B5F0-6285-53B45A572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66AD0-9817-469C-8DCC-73016CBBBB0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68687C-AC04-FE8E-1042-FF9BF6E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F262BA-4420-3A42-F38D-6C402554D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05D8E-3FC6-4BBA-BBFE-C47F10FA0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402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52CDA-3623-2944-4227-3B2D18903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2D772B-25BB-CDD4-A811-1153BC0D1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66AD0-9817-469C-8DCC-73016CBBBB0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A0BD41-6FE9-E901-304D-4C0EF6E0E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5781FF-AF52-DA80-3125-CF94D853C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05D8E-3FC6-4BBA-BBFE-C47F10FA0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971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6AFC88-4663-B673-817C-FC0235219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66AD0-9817-469C-8DCC-73016CBBBB0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A589A6-2078-4658-5DE7-D5300C416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2AAB96-3EFD-025F-FC31-599BC6A09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05D8E-3FC6-4BBA-BBFE-C47F10FA0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93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71B17-83FF-713F-70F1-E20E24720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CA93A-8CD8-AF85-69C9-41BF267D0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3E1E3-3A55-5111-75B1-C9CF91339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AD3EF-C127-2F07-C668-647CA0700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66AD0-9817-469C-8DCC-73016CBBBB0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416F36-DA01-2933-7F34-AD398DE17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E3C9A-8AD6-C2E7-5D55-CF3DCB3AD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05D8E-3FC6-4BBA-BBFE-C47F10FA0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493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2DDF6-2906-A9A3-CC58-74017A914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BD9992-10EF-C846-F0FF-58614C4E71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96717-CAA6-9887-6C9C-40EA1C983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179DF-6B93-5B3F-CE91-7E723CD12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66AD0-9817-469C-8DCC-73016CBBBB0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760C7-FE52-7980-26D7-ECF3A393E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805C8-9E26-A29B-AF28-1D9FC8182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05D8E-3FC6-4BBA-BBFE-C47F10FA0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897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170CD-37DB-B840-189C-0F6CC0958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3611DA-6763-1F7D-69E4-850313DB9B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77327-1E18-2B66-E752-B5B281A76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66AD0-9817-469C-8DCC-73016CBBBB0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FAA00-E1AA-4542-6191-B19AE04A7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58026-006F-A173-4C40-B503A5DA8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05D8E-3FC6-4BBA-BBFE-C47F10FA0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674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F242A5-891F-6F41-26FC-C4A7F5B10B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DE3F22-F495-FD3C-C69A-583F0E9218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C49B6-913D-90DD-0F83-F7806EC67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66AD0-9817-469C-8DCC-73016CBBBB0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77FEF-F834-E8D8-0DCA-07CFC9D4A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B835A-F8A7-968C-43E8-880C6E50F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05D8E-3FC6-4BBA-BBFE-C47F10FA0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828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950F0E-5697-1EC1-7E74-BCA539FE1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867BC-3E5F-9C4E-CCB0-F66A8929C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2B10B-16B6-2CB2-9B34-CD04F7D55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F66AD0-9817-469C-8DCC-73016CBBBB0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0C716-FD4A-0F71-3BF0-6F98D25EB5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9B611-9FD7-1192-3AB4-175CAD016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105D8E-3FC6-4BBA-BBFE-C47F10FA0F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8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EB36C6-C6CC-C90E-6985-848BB8931950}"/>
              </a:ext>
            </a:extLst>
          </p:cNvPr>
          <p:cNvSpPr/>
          <p:nvPr/>
        </p:nvSpPr>
        <p:spPr>
          <a:xfrm>
            <a:off x="3228078" y="531925"/>
            <a:ext cx="5942660" cy="4366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UI Dashboard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75C4D3-C192-884F-FAD7-45CCEC9EA929}"/>
              </a:ext>
            </a:extLst>
          </p:cNvPr>
          <p:cNvSpPr/>
          <p:nvPr/>
        </p:nvSpPr>
        <p:spPr>
          <a:xfrm>
            <a:off x="5089064" y="4625799"/>
            <a:ext cx="2220686" cy="555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DB Engine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14C43D-EACF-3EAF-F877-4C2154DAF25E}"/>
              </a:ext>
            </a:extLst>
          </p:cNvPr>
          <p:cNvSpPr/>
          <p:nvPr/>
        </p:nvSpPr>
        <p:spPr>
          <a:xfrm>
            <a:off x="261252" y="5830214"/>
            <a:ext cx="1447801" cy="555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>
              <a:lnSpc>
                <a:spcPts val="1500"/>
              </a:lnSpc>
              <a:buNone/>
            </a:pPr>
            <a:r>
              <a:rPr lang="en-IN" b="0" i="0" dirty="0">
                <a:effectLst/>
                <a:latin typeface="Segoe UI" panose="020B0502040204020203" pitchFamily="34" charset="0"/>
              </a:rPr>
              <a:t>SQL Server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781B5E-E154-BA61-0C16-2E9F35F088EB}"/>
              </a:ext>
            </a:extLst>
          </p:cNvPr>
          <p:cNvSpPr/>
          <p:nvPr/>
        </p:nvSpPr>
        <p:spPr>
          <a:xfrm>
            <a:off x="1894110" y="5830212"/>
            <a:ext cx="1251857" cy="555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>
              <a:lnSpc>
                <a:spcPts val="1500"/>
              </a:lnSpc>
              <a:buNone/>
            </a:pPr>
            <a:r>
              <a:rPr lang="en-IN" b="0" i="0" dirty="0">
                <a:effectLst/>
                <a:latin typeface="Segoe UI" panose="020B0502040204020203" pitchFamily="34" charset="0"/>
              </a:rPr>
              <a:t>Oracle DB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A92B6F-CDCB-A72D-6E8D-F0367B240267}"/>
              </a:ext>
            </a:extLst>
          </p:cNvPr>
          <p:cNvSpPr/>
          <p:nvPr/>
        </p:nvSpPr>
        <p:spPr>
          <a:xfrm>
            <a:off x="3331024" y="5797550"/>
            <a:ext cx="2220686" cy="555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>
              <a:lnSpc>
                <a:spcPts val="1500"/>
              </a:lnSpc>
              <a:buNone/>
            </a:pPr>
            <a:r>
              <a:rPr lang="en-IN" b="0" i="0" dirty="0">
                <a:effectLst/>
                <a:latin typeface="Segoe UI" panose="020B0502040204020203" pitchFamily="34" charset="0"/>
              </a:rPr>
              <a:t>Azure Cosmos DB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823498-8878-F8EF-A32D-4DF5672D195E}"/>
              </a:ext>
            </a:extLst>
          </p:cNvPr>
          <p:cNvSpPr/>
          <p:nvPr/>
        </p:nvSpPr>
        <p:spPr>
          <a:xfrm>
            <a:off x="5736767" y="5786660"/>
            <a:ext cx="2220686" cy="555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>
              <a:lnSpc>
                <a:spcPts val="1500"/>
              </a:lnSpc>
              <a:buNone/>
            </a:pPr>
            <a:r>
              <a:rPr lang="en-IN" b="0" i="0" dirty="0">
                <a:effectLst/>
                <a:latin typeface="Segoe UI" panose="020B0502040204020203" pitchFamily="34" charset="0"/>
              </a:rPr>
              <a:t>AWS DynamoDB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1E1CFD-82DA-F45A-E756-5783D3EA3E78}"/>
              </a:ext>
            </a:extLst>
          </p:cNvPr>
          <p:cNvSpPr/>
          <p:nvPr/>
        </p:nvSpPr>
        <p:spPr>
          <a:xfrm>
            <a:off x="8142510" y="5786659"/>
            <a:ext cx="1306286" cy="555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>
              <a:lnSpc>
                <a:spcPts val="1500"/>
              </a:lnSpc>
              <a:buNone/>
            </a:pPr>
            <a:r>
              <a:rPr lang="en-IN" b="0" i="0" dirty="0">
                <a:effectLst/>
                <a:latin typeface="Segoe UI" panose="020B0502040204020203" pitchFamily="34" charset="0"/>
              </a:rPr>
              <a:t>Snowflake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CF0FE5-70F2-D1DC-7683-E8702753C28E}"/>
              </a:ext>
            </a:extLst>
          </p:cNvPr>
          <p:cNvSpPr/>
          <p:nvPr/>
        </p:nvSpPr>
        <p:spPr>
          <a:xfrm>
            <a:off x="9612082" y="5797550"/>
            <a:ext cx="489857" cy="5878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….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B48A38-BFF6-A028-988D-686F003FD98F}"/>
              </a:ext>
            </a:extLst>
          </p:cNvPr>
          <p:cNvSpPr/>
          <p:nvPr/>
        </p:nvSpPr>
        <p:spPr>
          <a:xfrm>
            <a:off x="10161810" y="5786659"/>
            <a:ext cx="489857" cy="5878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….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01FFBC-D63C-6139-2E70-E4D05B7C55B8}"/>
              </a:ext>
            </a:extLst>
          </p:cNvPr>
          <p:cNvSpPr/>
          <p:nvPr/>
        </p:nvSpPr>
        <p:spPr>
          <a:xfrm>
            <a:off x="10711538" y="5781218"/>
            <a:ext cx="489857" cy="5878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….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D8BDD8-414F-F05E-50AF-A422CAB1DC82}"/>
              </a:ext>
            </a:extLst>
          </p:cNvPr>
          <p:cNvSpPr/>
          <p:nvPr/>
        </p:nvSpPr>
        <p:spPr>
          <a:xfrm>
            <a:off x="3228076" y="3418715"/>
            <a:ext cx="5942661" cy="7561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t">
              <a:lnSpc>
                <a:spcPts val="1500"/>
              </a:lnSpc>
              <a:buNone/>
            </a:pPr>
            <a:r>
              <a:rPr lang="en-GB" sz="2400" b="1" i="0" dirty="0">
                <a:effectLst/>
                <a:latin typeface="Segoe UI" panose="020B0502040204020203" pitchFamily="34" charset="0"/>
              </a:rPr>
              <a:t>DB Observability Framework </a:t>
            </a:r>
          </a:p>
          <a:p>
            <a:pPr algn="ctr" fontAlgn="t">
              <a:lnSpc>
                <a:spcPts val="1500"/>
              </a:lnSpc>
              <a:buNone/>
            </a:pPr>
            <a:r>
              <a:rPr lang="en-GB" sz="1400" i="0" dirty="0">
                <a:effectLst/>
                <a:latin typeface="Segoe UI" panose="020B0502040204020203" pitchFamily="34" charset="0"/>
              </a:rPr>
              <a:t>(Collection Layer)</a:t>
            </a:r>
            <a:endParaRPr lang="en-GB" sz="240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25" name="Flowchart: Sequential Access Storage 24">
            <a:extLst>
              <a:ext uri="{FF2B5EF4-FFF2-40B4-BE49-F238E27FC236}">
                <a16:creationId xmlns:a16="http://schemas.microsoft.com/office/drawing/2014/main" id="{56DE3DA4-41E9-36DE-13B3-524ED64131FD}"/>
              </a:ext>
            </a:extLst>
          </p:cNvPr>
          <p:cNvSpPr/>
          <p:nvPr/>
        </p:nvSpPr>
        <p:spPr>
          <a:xfrm flipH="1">
            <a:off x="9258300" y="2315945"/>
            <a:ext cx="2933700" cy="1858904"/>
          </a:xfrm>
          <a:prstGeom prst="flowChartMagnetic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/>
            <a:r>
              <a:rPr lang="en-IN" sz="1200" dirty="0"/>
              <a:t>-Pluggable Adapters per DB engine –</a:t>
            </a:r>
          </a:p>
          <a:p>
            <a:pPr fontAlgn="t"/>
            <a:r>
              <a:rPr lang="en-IN" sz="1200" dirty="0"/>
              <a:t> Collect raw telemetry via: • Hooks (preferred) • System views (polling fallback) </a:t>
            </a:r>
          </a:p>
          <a:p>
            <a:pPr fontAlgn="t"/>
            <a:r>
              <a:rPr lang="en-IN" sz="1200" dirty="0"/>
              <a:t>• Logs / Provider metrics - Convert raw data → JSON Event Contract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EE891B4-C032-8EEB-96D8-98DDF7E3929E}"/>
              </a:ext>
            </a:extLst>
          </p:cNvPr>
          <p:cNvSpPr/>
          <p:nvPr/>
        </p:nvSpPr>
        <p:spPr>
          <a:xfrm>
            <a:off x="3228078" y="2471447"/>
            <a:ext cx="5942660" cy="6278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t">
              <a:lnSpc>
                <a:spcPts val="1500"/>
              </a:lnSpc>
              <a:buNone/>
            </a:pPr>
            <a:r>
              <a:rPr lang="en-IN" dirty="0">
                <a:latin typeface="Segoe UI" panose="020B0502040204020203" pitchFamily="34" charset="0"/>
              </a:rPr>
              <a:t>Telemetry</a:t>
            </a:r>
            <a:r>
              <a:rPr lang="en-IN" b="0" i="0" dirty="0">
                <a:effectLst/>
                <a:latin typeface="Segoe UI" panose="020B0502040204020203" pitchFamily="34" charset="0"/>
              </a:rPr>
              <a:t> Bus / Collector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CB4EC33-365B-AF96-7684-16433BFFFAB5}"/>
              </a:ext>
            </a:extLst>
          </p:cNvPr>
          <p:cNvSpPr/>
          <p:nvPr/>
        </p:nvSpPr>
        <p:spPr>
          <a:xfrm>
            <a:off x="3228078" y="1435019"/>
            <a:ext cx="5942660" cy="7365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t">
              <a:lnSpc>
                <a:spcPts val="1500"/>
              </a:lnSpc>
              <a:buNone/>
            </a:pPr>
            <a:endParaRPr lang="en-IN" sz="1400" b="0" i="0" dirty="0">
              <a:effectLst/>
              <a:latin typeface="Segoe UI" panose="020B0502040204020203" pitchFamily="34" charset="0"/>
            </a:endParaRPr>
          </a:p>
          <a:p>
            <a:pPr algn="ctr" fontAlgn="t">
              <a:lnSpc>
                <a:spcPts val="1500"/>
              </a:lnSpc>
              <a:buNone/>
            </a:pPr>
            <a:r>
              <a:rPr lang="en-IN" sz="1400" b="0" i="0" dirty="0">
                <a:effectLst/>
                <a:latin typeface="Segoe UI" panose="020B0502040204020203" pitchFamily="34" charset="0"/>
              </a:rPr>
              <a:t>Normalization Service</a:t>
            </a:r>
          </a:p>
          <a:p>
            <a:pPr algn="ctr" fontAlgn="t">
              <a:lnSpc>
                <a:spcPts val="1500"/>
              </a:lnSpc>
            </a:pPr>
            <a:r>
              <a:rPr lang="en-IN" sz="1200" dirty="0">
                <a:latin typeface="Segoe UI" panose="020B0502040204020203" pitchFamily="34" charset="0"/>
              </a:rPr>
              <a:t>(</a:t>
            </a:r>
            <a:r>
              <a:rPr lang="en-IN" sz="1200" b="0" i="0" dirty="0">
                <a:effectLst/>
                <a:latin typeface="Segoe UI" panose="020B0502040204020203" pitchFamily="34" charset="0"/>
              </a:rPr>
              <a:t>- Rule Engine: deterministic transforms (units, labels) </a:t>
            </a:r>
          </a:p>
          <a:p>
            <a:pPr algn="ctr" fontAlgn="t">
              <a:lnSpc>
                <a:spcPts val="1500"/>
              </a:lnSpc>
            </a:pPr>
            <a:r>
              <a:rPr lang="en-IN" sz="1200" b="0" i="0" dirty="0">
                <a:effectLst/>
                <a:latin typeface="Segoe UI" panose="020B0502040204020203" pitchFamily="34" charset="0"/>
              </a:rPr>
              <a:t>- LLM Enrichment: AWS Bedrock / Gemini AI for RCA &amp; recommendations</a:t>
            </a:r>
          </a:p>
          <a:p>
            <a:pPr algn="ctr" fontAlgn="t">
              <a:lnSpc>
                <a:spcPts val="1500"/>
              </a:lnSpc>
              <a:buNone/>
            </a:pPr>
            <a:endParaRPr lang="en-IN" sz="1400" b="0" i="0" dirty="0">
              <a:effectLst/>
              <a:latin typeface="Segoe UI" panose="020B0502040204020203" pitchFamily="34" charset="0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80A7F69-9023-3200-3DC9-5ACCF924F13D}"/>
              </a:ext>
            </a:extLst>
          </p:cNvPr>
          <p:cNvCxnSpPr>
            <a:cxnSpLocks/>
            <a:stCxn id="6" idx="0"/>
            <a:endCxn id="23" idx="2"/>
          </p:cNvCxnSpPr>
          <p:nvPr/>
        </p:nvCxnSpPr>
        <p:spPr>
          <a:xfrm flipV="1">
            <a:off x="6199407" y="4174849"/>
            <a:ext cx="0" cy="450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3F22C97-F970-D2E4-C6DC-8A09C379BB6B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985153" y="5180970"/>
            <a:ext cx="5214254" cy="6492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D90C962-7400-83F2-DD26-4C1D94981F64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2520039" y="5180970"/>
            <a:ext cx="3679368" cy="6492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82FC2DD-D9E6-6186-77E2-36077CDC5D47}"/>
              </a:ext>
            </a:extLst>
          </p:cNvPr>
          <p:cNvCxnSpPr>
            <a:stCxn id="6" idx="2"/>
            <a:endCxn id="9" idx="0"/>
          </p:cNvCxnSpPr>
          <p:nvPr/>
        </p:nvCxnSpPr>
        <p:spPr>
          <a:xfrm flipH="1">
            <a:off x="4441367" y="5180970"/>
            <a:ext cx="1758040" cy="616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9CEE8A2-32EB-30C6-F10C-CB9478E3E171}"/>
              </a:ext>
            </a:extLst>
          </p:cNvPr>
          <p:cNvCxnSpPr>
            <a:stCxn id="6" idx="2"/>
            <a:endCxn id="10" idx="0"/>
          </p:cNvCxnSpPr>
          <p:nvPr/>
        </p:nvCxnSpPr>
        <p:spPr>
          <a:xfrm>
            <a:off x="6199407" y="5180970"/>
            <a:ext cx="647703" cy="6056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98F442F-3024-33B6-A690-244E97CE7910}"/>
              </a:ext>
            </a:extLst>
          </p:cNvPr>
          <p:cNvCxnSpPr>
            <a:stCxn id="6" idx="2"/>
            <a:endCxn id="17" idx="0"/>
          </p:cNvCxnSpPr>
          <p:nvPr/>
        </p:nvCxnSpPr>
        <p:spPr>
          <a:xfrm>
            <a:off x="6199407" y="5180970"/>
            <a:ext cx="2596246" cy="605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44A74E9-6B36-2600-F7F1-87B19FF1CCE6}"/>
              </a:ext>
            </a:extLst>
          </p:cNvPr>
          <p:cNvCxnSpPr>
            <a:stCxn id="6" idx="2"/>
            <a:endCxn id="18" idx="0"/>
          </p:cNvCxnSpPr>
          <p:nvPr/>
        </p:nvCxnSpPr>
        <p:spPr>
          <a:xfrm>
            <a:off x="6199407" y="5180970"/>
            <a:ext cx="3657604" cy="616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16BDF1A-136F-39F9-74A4-E8BFC4B93AF8}"/>
              </a:ext>
            </a:extLst>
          </p:cNvPr>
          <p:cNvCxnSpPr>
            <a:endCxn id="21" idx="0"/>
          </p:cNvCxnSpPr>
          <p:nvPr/>
        </p:nvCxnSpPr>
        <p:spPr>
          <a:xfrm>
            <a:off x="5551710" y="5180970"/>
            <a:ext cx="4855029" cy="605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407E13D-9697-1996-A04C-2F24F3ED3973}"/>
              </a:ext>
            </a:extLst>
          </p:cNvPr>
          <p:cNvCxnSpPr>
            <a:endCxn id="22" idx="0"/>
          </p:cNvCxnSpPr>
          <p:nvPr/>
        </p:nvCxnSpPr>
        <p:spPr>
          <a:xfrm>
            <a:off x="5551710" y="5180970"/>
            <a:ext cx="5404757" cy="6002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D1435DB-03A2-4777-D451-B1F430E46937}"/>
              </a:ext>
            </a:extLst>
          </p:cNvPr>
          <p:cNvCxnSpPr>
            <a:cxnSpLocks/>
            <a:stCxn id="23" idx="0"/>
            <a:endCxn id="30" idx="2"/>
          </p:cNvCxnSpPr>
          <p:nvPr/>
        </p:nvCxnSpPr>
        <p:spPr>
          <a:xfrm flipV="1">
            <a:off x="6199407" y="3099329"/>
            <a:ext cx="1" cy="3193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22927ED-F838-87AA-AD53-407148941231}"/>
              </a:ext>
            </a:extLst>
          </p:cNvPr>
          <p:cNvCxnSpPr>
            <a:cxnSpLocks/>
            <a:stCxn id="30" idx="0"/>
          </p:cNvCxnSpPr>
          <p:nvPr/>
        </p:nvCxnSpPr>
        <p:spPr>
          <a:xfrm flipH="1" flipV="1">
            <a:off x="5412533" y="2171521"/>
            <a:ext cx="786875" cy="2999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809DC39-3533-2922-2207-F13F2B9DD8AC}"/>
              </a:ext>
            </a:extLst>
          </p:cNvPr>
          <p:cNvCxnSpPr>
            <a:cxnSpLocks/>
            <a:stCxn id="33" idx="0"/>
            <a:endCxn id="4" idx="2"/>
          </p:cNvCxnSpPr>
          <p:nvPr/>
        </p:nvCxnSpPr>
        <p:spPr>
          <a:xfrm flipV="1">
            <a:off x="6199408" y="968543"/>
            <a:ext cx="0" cy="4664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920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2.png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E630EC-20AE-9705-80F1-907BDB447D2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914" y="743466"/>
            <a:ext cx="10870372" cy="55710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84F83A-116D-334B-9C6C-C4B8877F7009}"/>
              </a:ext>
            </a:extLst>
          </p:cNvPr>
          <p:cNvSpPr txBox="1"/>
          <p:nvPr/>
        </p:nvSpPr>
        <p:spPr>
          <a:xfrm>
            <a:off x="3048000" y="374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Using Goole AI studio – I prepared this sample code flow </a:t>
            </a:r>
          </a:p>
        </p:txBody>
      </p:sp>
    </p:spTree>
    <p:extLst>
      <p:ext uri="{BB962C8B-B14F-4D97-AF65-F5344CB8AC3E}">
        <p14:creationId xmlns:p14="http://schemas.microsoft.com/office/powerpoint/2010/main" val="908732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7F1AE-C9F1-22F1-0283-CE409919A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212726"/>
            <a:ext cx="10756900" cy="315912"/>
          </a:xfrm>
        </p:spPr>
        <p:txBody>
          <a:bodyPr>
            <a:noAutofit/>
          </a:bodyPr>
          <a:lstStyle/>
          <a:p>
            <a:r>
              <a:rPr lang="en-IN" sz="2800" b="1" dirty="0"/>
              <a:t>Common query for each data base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4F138-CE1A-985F-8584-DB7909E5E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00" y="596899"/>
            <a:ext cx="11849100" cy="6048375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GB" sz="1050" dirty="0"/>
              <a:t>/* ============================================================</a:t>
            </a:r>
            <a:endParaRPr lang="en-IN" sz="1050" dirty="0"/>
          </a:p>
          <a:p>
            <a:pPr marL="0" indent="0">
              <a:buNone/>
            </a:pPr>
            <a:r>
              <a:rPr lang="en-GB" sz="1050" b="1" dirty="0"/>
              <a:t>   Deadlock and Observability SELECT Script</a:t>
            </a:r>
            <a:endParaRPr lang="en-IN" sz="1050" dirty="0"/>
          </a:p>
          <a:p>
            <a:pPr marL="0" indent="0">
              <a:buNone/>
            </a:pPr>
            <a:r>
              <a:rPr lang="en-GB" sz="1050" b="1" dirty="0"/>
              <a:t>   Purpose: Query key observability tables/views with comments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   ============================================================ */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 -- 1. </a:t>
            </a:r>
            <a:r>
              <a:rPr lang="en-GB" sz="1050" b="1" dirty="0"/>
              <a:t>Fetch recent deadlock cases with victim details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SELECT TOP 50 </a:t>
            </a:r>
            <a:r>
              <a:rPr lang="en-GB" sz="1050" dirty="0" err="1"/>
              <a:t>CaseId</a:t>
            </a:r>
            <a:r>
              <a:rPr lang="en-GB" sz="1050" dirty="0"/>
              <a:t>, </a:t>
            </a:r>
            <a:r>
              <a:rPr lang="en-GB" sz="1050" dirty="0" err="1"/>
              <a:t>EventTime</a:t>
            </a:r>
            <a:r>
              <a:rPr lang="en-GB" sz="1050" dirty="0"/>
              <a:t>, </a:t>
            </a:r>
            <a:r>
              <a:rPr lang="en-GB" sz="1050" dirty="0" err="1"/>
              <a:t>VictimProcessId</a:t>
            </a:r>
            <a:r>
              <a:rPr lang="en-GB" sz="1050" dirty="0"/>
              <a:t>, </a:t>
            </a:r>
            <a:r>
              <a:rPr lang="en-GB" sz="1050" dirty="0" err="1"/>
              <a:t>VictimLogin</a:t>
            </a:r>
            <a:r>
              <a:rPr lang="en-GB" sz="1050" dirty="0"/>
              <a:t>, </a:t>
            </a:r>
            <a:r>
              <a:rPr lang="en-GB" sz="1050" dirty="0" err="1"/>
              <a:t>VictimApp</a:t>
            </a:r>
            <a:r>
              <a:rPr lang="en-GB" sz="1050" dirty="0"/>
              <a:t>, </a:t>
            </a:r>
            <a:r>
              <a:rPr lang="en-GB" sz="1050" dirty="0" err="1"/>
              <a:t>VictimHost</a:t>
            </a:r>
            <a:r>
              <a:rPr lang="en-GB" sz="1050" dirty="0"/>
              <a:t>, 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              </a:t>
            </a:r>
            <a:r>
              <a:rPr lang="en-GB" sz="1050" dirty="0" err="1"/>
              <a:t>ResourceType</a:t>
            </a:r>
            <a:r>
              <a:rPr lang="en-GB" sz="1050" dirty="0"/>
              <a:t>, </a:t>
            </a:r>
            <a:r>
              <a:rPr lang="en-GB" sz="1050" dirty="0" err="1"/>
              <a:t>LockMode</a:t>
            </a:r>
            <a:r>
              <a:rPr lang="en-GB" sz="1050" dirty="0"/>
              <a:t>, </a:t>
            </a:r>
            <a:r>
              <a:rPr lang="en-GB" sz="1050" dirty="0" err="1"/>
              <a:t>CreatedAt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FROM </a:t>
            </a:r>
            <a:r>
              <a:rPr lang="en-GB" sz="1050" dirty="0" err="1"/>
              <a:t>dbo.DeadlockCases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ORDER BY </a:t>
            </a:r>
            <a:r>
              <a:rPr lang="en-GB" sz="1050" dirty="0" err="1"/>
              <a:t>EventTime</a:t>
            </a:r>
            <a:r>
              <a:rPr lang="en-GB" sz="1050" dirty="0"/>
              <a:t> DESC;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-- Comment: Quickly review recent deadlock victims and lock types.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 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-- </a:t>
            </a:r>
            <a:r>
              <a:rPr lang="en-GB" sz="1050" b="1" dirty="0"/>
              <a:t>2. Fetch rollback cases with reasons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SELECT TOP 50 </a:t>
            </a:r>
            <a:r>
              <a:rPr lang="en-GB" sz="1050" dirty="0" err="1"/>
              <a:t>RollbackId</a:t>
            </a:r>
            <a:r>
              <a:rPr lang="en-GB" sz="1050" dirty="0"/>
              <a:t>, </a:t>
            </a:r>
            <a:r>
              <a:rPr lang="en-GB" sz="1050" dirty="0" err="1"/>
              <a:t>EventTime</a:t>
            </a:r>
            <a:r>
              <a:rPr lang="en-GB" sz="1050" dirty="0"/>
              <a:t>, </a:t>
            </a:r>
            <a:r>
              <a:rPr lang="en-GB" sz="1050" dirty="0" err="1"/>
              <a:t>SessionId</a:t>
            </a:r>
            <a:r>
              <a:rPr lang="en-GB" sz="1050" dirty="0"/>
              <a:t>, Reason, </a:t>
            </a:r>
            <a:r>
              <a:rPr lang="en-GB" sz="1050" dirty="0" err="1"/>
              <a:t>CreatedAt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FROM </a:t>
            </a:r>
            <a:r>
              <a:rPr lang="en-GB" sz="1050" dirty="0" err="1"/>
              <a:t>dbo.RollbackCases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ORDER BY </a:t>
            </a:r>
            <a:r>
              <a:rPr lang="en-GB" sz="1050" dirty="0" err="1"/>
              <a:t>EventTime</a:t>
            </a:r>
            <a:r>
              <a:rPr lang="en-GB" sz="1050" dirty="0"/>
              <a:t> DESC;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-- Comment: Identify sessions that were rolled back and the reasons.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 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-- 3.</a:t>
            </a:r>
            <a:r>
              <a:rPr lang="en-GB" sz="1050" b="1" dirty="0"/>
              <a:t> Query normalized metrics for trend analysis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SELECT </a:t>
            </a:r>
            <a:r>
              <a:rPr lang="en-GB" sz="1050" dirty="0" err="1"/>
              <a:t>MetricName</a:t>
            </a:r>
            <a:r>
              <a:rPr lang="en-GB" sz="1050" dirty="0"/>
              <a:t>, AVG(</a:t>
            </a:r>
            <a:r>
              <a:rPr lang="en-GB" sz="1050" dirty="0" err="1"/>
              <a:t>MetricValue</a:t>
            </a:r>
            <a:r>
              <a:rPr lang="en-GB" sz="1050" dirty="0"/>
              <a:t>) AS </a:t>
            </a:r>
            <a:r>
              <a:rPr lang="en-GB" sz="1050" dirty="0" err="1"/>
              <a:t>avg_value</a:t>
            </a:r>
            <a:r>
              <a:rPr lang="en-GB" sz="1050" dirty="0"/>
              <a:t>, MIN(</a:t>
            </a:r>
            <a:r>
              <a:rPr lang="en-GB" sz="1050" dirty="0" err="1"/>
              <a:t>MetricValue</a:t>
            </a:r>
            <a:r>
              <a:rPr lang="en-GB" sz="1050" dirty="0"/>
              <a:t>) AS </a:t>
            </a:r>
            <a:r>
              <a:rPr lang="en-GB" sz="1050" dirty="0" err="1"/>
              <a:t>min_value</a:t>
            </a:r>
            <a:r>
              <a:rPr lang="en-GB" sz="1050" dirty="0"/>
              <a:t>, 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       MAX(</a:t>
            </a:r>
            <a:r>
              <a:rPr lang="en-GB" sz="1050" dirty="0" err="1"/>
              <a:t>MetricValue</a:t>
            </a:r>
            <a:r>
              <a:rPr lang="en-GB" sz="1050" dirty="0"/>
              <a:t>) AS </a:t>
            </a:r>
            <a:r>
              <a:rPr lang="en-GB" sz="1050" dirty="0" err="1"/>
              <a:t>max_value</a:t>
            </a:r>
            <a:r>
              <a:rPr lang="en-GB" sz="1050" dirty="0"/>
              <a:t>, COUNT(*) AS </a:t>
            </a:r>
            <a:r>
              <a:rPr lang="en-GB" sz="1050" dirty="0" err="1"/>
              <a:t>sample_count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FROM </a:t>
            </a:r>
            <a:r>
              <a:rPr lang="en-GB" sz="1050" dirty="0" err="1"/>
              <a:t>dbo.NormalizedMetrics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WHERE </a:t>
            </a:r>
            <a:r>
              <a:rPr lang="en-GB" sz="1050" dirty="0" err="1"/>
              <a:t>EventTime</a:t>
            </a:r>
            <a:r>
              <a:rPr lang="en-GB" sz="1050" dirty="0"/>
              <a:t> &gt;= DATEADD(HOUR, -1, SYSUTCDATETIME()) -- last 1 hour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GROUP BY </a:t>
            </a:r>
            <a:r>
              <a:rPr lang="en-GB" sz="1050" dirty="0" err="1"/>
              <a:t>MetricName</a:t>
            </a:r>
            <a:r>
              <a:rPr lang="en-GB" sz="1050" dirty="0"/>
              <a:t>;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-- Comment: Aggregate metrics for the past hour to detect anomalies.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 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-- 4.</a:t>
            </a:r>
            <a:r>
              <a:rPr lang="en-GB" sz="1050" b="1" dirty="0"/>
              <a:t> Join RCA summaries with deadlock cases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SELECT </a:t>
            </a:r>
            <a:r>
              <a:rPr lang="en-GB" sz="1050" dirty="0" err="1"/>
              <a:t>d.CaseId</a:t>
            </a:r>
            <a:r>
              <a:rPr lang="en-GB" sz="1050" dirty="0"/>
              <a:t>, </a:t>
            </a:r>
            <a:r>
              <a:rPr lang="en-GB" sz="1050" dirty="0" err="1"/>
              <a:t>d.EventTime</a:t>
            </a:r>
            <a:r>
              <a:rPr lang="en-GB" sz="1050" dirty="0"/>
              <a:t>, </a:t>
            </a:r>
            <a:r>
              <a:rPr lang="en-GB" sz="1050" dirty="0" err="1"/>
              <a:t>d.VictimLogin</a:t>
            </a:r>
            <a:r>
              <a:rPr lang="en-GB" sz="1050" dirty="0"/>
              <a:t>, </a:t>
            </a:r>
            <a:r>
              <a:rPr lang="en-GB" sz="1050" dirty="0" err="1"/>
              <a:t>d.VictimApp</a:t>
            </a:r>
            <a:r>
              <a:rPr lang="en-GB" sz="1050" dirty="0"/>
              <a:t>, </a:t>
            </a:r>
            <a:r>
              <a:rPr lang="en-GB" sz="1050" dirty="0" err="1"/>
              <a:t>r.Summary</a:t>
            </a:r>
            <a:r>
              <a:rPr lang="en-GB" sz="1050" dirty="0"/>
              <a:t>, </a:t>
            </a:r>
            <a:r>
              <a:rPr lang="en-GB" sz="1050" dirty="0" err="1"/>
              <a:t>r.GeneratedAt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FROM </a:t>
            </a:r>
            <a:r>
              <a:rPr lang="en-GB" sz="1050" dirty="0" err="1"/>
              <a:t>dbo.DeadlockCases</a:t>
            </a:r>
            <a:r>
              <a:rPr lang="en-GB" sz="1050" dirty="0"/>
              <a:t> d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JOIN </a:t>
            </a:r>
            <a:r>
              <a:rPr lang="en-GB" sz="1050" dirty="0" err="1"/>
              <a:t>dbo.DeadlockCasesRca</a:t>
            </a:r>
            <a:r>
              <a:rPr lang="en-GB" sz="1050" dirty="0"/>
              <a:t> r ON </a:t>
            </a:r>
            <a:r>
              <a:rPr lang="en-GB" sz="1050" dirty="0" err="1"/>
              <a:t>d.CaseId</a:t>
            </a:r>
            <a:r>
              <a:rPr lang="en-GB" sz="1050" dirty="0"/>
              <a:t> = </a:t>
            </a:r>
            <a:r>
              <a:rPr lang="en-GB" sz="1050" dirty="0" err="1"/>
              <a:t>r.CaseId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ORDER BY </a:t>
            </a:r>
            <a:r>
              <a:rPr lang="en-GB" sz="1050" dirty="0" err="1"/>
              <a:t>d.EventTime</a:t>
            </a:r>
            <a:r>
              <a:rPr lang="en-GB" sz="1050" dirty="0"/>
              <a:t> DESC;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-- Comment: Show RCA summaries alongside deadlock metadata.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 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-- 5.</a:t>
            </a:r>
            <a:r>
              <a:rPr lang="en-GB" sz="1050" b="1" dirty="0"/>
              <a:t> Use </a:t>
            </a:r>
            <a:r>
              <a:rPr lang="en-GB" sz="1050" b="1" dirty="0" err="1"/>
              <a:t>v_TopLatency</a:t>
            </a:r>
            <a:r>
              <a:rPr lang="en-GB" sz="1050" b="1" dirty="0"/>
              <a:t> view to check top 20 latency queries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SELECT * 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FROM </a:t>
            </a:r>
            <a:r>
              <a:rPr lang="en-GB" sz="1050" dirty="0" err="1"/>
              <a:t>dbo.v_TopLatency</a:t>
            </a:r>
            <a:r>
              <a:rPr lang="en-GB" sz="1050" dirty="0"/>
              <a:t>;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-- Comment: Snapshot of longest-running queries with SQL text preview.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 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-- 6.</a:t>
            </a:r>
            <a:r>
              <a:rPr lang="en-GB" sz="1050" b="1" dirty="0"/>
              <a:t> Use </a:t>
            </a:r>
            <a:r>
              <a:rPr lang="en-GB" sz="1050" b="1" dirty="0" err="1"/>
              <a:t>v_BackupEtlOverlap</a:t>
            </a:r>
            <a:r>
              <a:rPr lang="en-GB" sz="1050" b="1" dirty="0"/>
              <a:t> view to detect overlap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SELECT * 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FROM </a:t>
            </a:r>
            <a:r>
              <a:rPr lang="en-GB" sz="1050" dirty="0" err="1"/>
              <a:t>dbo.v_BackupEtlOverlap</a:t>
            </a:r>
            <a:r>
              <a:rPr lang="en-GB" sz="1050" dirty="0"/>
              <a:t>;</a:t>
            </a:r>
            <a:endParaRPr lang="en-IN" sz="1050" dirty="0"/>
          </a:p>
          <a:p>
            <a:pPr marL="0" indent="0">
              <a:buNone/>
            </a:pPr>
            <a:r>
              <a:rPr lang="en-GB" sz="1050" dirty="0"/>
              <a:t>-- Comment: Returns a flag (1) if backup and ETL jobs overlapped.</a:t>
            </a:r>
            <a:endParaRPr lang="en-IN" sz="1050" dirty="0"/>
          </a:p>
          <a:p>
            <a:pPr marL="0" indent="0">
              <a:buNone/>
            </a:pPr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1689003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5D607-2439-5731-E145-1D71EEC67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80999"/>
            <a:ext cx="10020300" cy="600075"/>
          </a:xfrm>
        </p:spPr>
        <p:txBody>
          <a:bodyPr>
            <a:normAutofit fontScale="90000"/>
          </a:bodyPr>
          <a:lstStyle/>
          <a:p>
            <a:r>
              <a:rPr lang="en-IN" dirty="0"/>
              <a:t>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F2B38-D51A-BC5A-89B7-BB2AA3440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SQL Queries (Deadlocks, Logs, Trends)</a:t>
            </a:r>
            <a:endParaRPr lang="en-IN" dirty="0"/>
          </a:p>
          <a:p>
            <a:pPr marL="0" indent="0">
              <a:buNone/>
            </a:pPr>
            <a:r>
              <a:rPr lang="en-GB" dirty="0"/>
              <a:t>        ↓</a:t>
            </a:r>
            <a:endParaRPr lang="en-IN" dirty="0"/>
          </a:p>
          <a:p>
            <a:pPr marL="0" indent="0">
              <a:buNone/>
            </a:pPr>
            <a:r>
              <a:rPr lang="en-GB" dirty="0"/>
              <a:t>Normalization (JSON/CSV, aggregates)</a:t>
            </a:r>
            <a:endParaRPr lang="en-IN" dirty="0"/>
          </a:p>
          <a:p>
            <a:pPr marL="0" indent="0">
              <a:buNone/>
            </a:pPr>
            <a:r>
              <a:rPr lang="en-GB" dirty="0"/>
              <a:t>        ↓</a:t>
            </a:r>
            <a:endParaRPr lang="en-IN" dirty="0"/>
          </a:p>
          <a:p>
            <a:pPr marL="0" indent="0">
              <a:buNone/>
            </a:pPr>
            <a:r>
              <a:rPr lang="en-GB" dirty="0"/>
              <a:t>Prompt Builder (role + tasks + data)</a:t>
            </a:r>
            <a:endParaRPr lang="en-IN" dirty="0"/>
          </a:p>
          <a:p>
            <a:pPr marL="0" indent="0">
              <a:buNone/>
            </a:pPr>
            <a:r>
              <a:rPr lang="en-GB" dirty="0"/>
              <a:t>        ↓</a:t>
            </a:r>
            <a:endParaRPr lang="en-IN" dirty="0"/>
          </a:p>
          <a:p>
            <a:pPr marL="0" indent="0">
              <a:buNone/>
            </a:pPr>
            <a:r>
              <a:rPr lang="en-GB" dirty="0"/>
              <a:t>AWS Bedrock LLM (Claude, Titan, etc.)</a:t>
            </a:r>
            <a:endParaRPr lang="en-IN" dirty="0"/>
          </a:p>
          <a:p>
            <a:pPr marL="0" indent="0">
              <a:buNone/>
            </a:pPr>
            <a:r>
              <a:rPr lang="en-GB" dirty="0"/>
              <a:t>        ↓</a:t>
            </a:r>
            <a:endParaRPr lang="en-IN" dirty="0"/>
          </a:p>
          <a:p>
            <a:pPr marL="0" indent="0">
              <a:buNone/>
            </a:pPr>
            <a:r>
              <a:rPr lang="en-GB" dirty="0"/>
              <a:t>LLM Output (Summary, RCA, Recommendations)</a:t>
            </a:r>
            <a:endParaRPr lang="en-IN" dirty="0"/>
          </a:p>
          <a:p>
            <a:pPr marL="0" indent="0">
              <a:buNone/>
            </a:pPr>
            <a:r>
              <a:rPr lang="en-GB" dirty="0"/>
              <a:t>        ↓</a:t>
            </a:r>
            <a:endParaRPr lang="en-IN" dirty="0"/>
          </a:p>
          <a:p>
            <a:pPr marL="0" indent="0">
              <a:buNone/>
            </a:pPr>
            <a:r>
              <a:rPr lang="en-GB" dirty="0"/>
              <a:t>Dashboard / Audit Log / Alerts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4195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E5B37-FEB2-CB3F-446F-AE6C9A32A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0825"/>
            <a:ext cx="9791700" cy="168275"/>
          </a:xfrm>
        </p:spPr>
        <p:txBody>
          <a:bodyPr>
            <a:normAutofit fontScale="90000"/>
          </a:bodyPr>
          <a:lstStyle/>
          <a:p>
            <a:r>
              <a:rPr lang="en-IN" sz="3600" b="1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7521A-0FE2-71AB-C048-2E0A6A241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812800"/>
            <a:ext cx="11214100" cy="5286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dirty="0" err="1"/>
              <a:t>Analyze</a:t>
            </a:r>
            <a:r>
              <a:rPr lang="en-GB" sz="1800" dirty="0"/>
              <a:t> the following telemetry data from SQL Server:</a:t>
            </a:r>
            <a:endParaRPr lang="en-IN" sz="1800" dirty="0"/>
          </a:p>
          <a:p>
            <a:pPr marL="0" indent="0">
              <a:buNone/>
            </a:pPr>
            <a:r>
              <a:rPr lang="en-GB" sz="1800" b="1" dirty="0"/>
              <a:t> Deadlocks:</a:t>
            </a:r>
            <a:endParaRPr lang="en-IN" sz="1800" b="1" dirty="0"/>
          </a:p>
          <a:p>
            <a:pPr marL="0" indent="0">
              <a:buNone/>
            </a:pPr>
            <a:r>
              <a:rPr lang="en-GB" sz="1800" dirty="0"/>
              <a:t>- 2025-12-14 10:05:00 | Session 42 | UPDATE Orders</a:t>
            </a:r>
            <a:endParaRPr lang="en-IN" sz="1800" dirty="0"/>
          </a:p>
          <a:p>
            <a:pPr marL="0" indent="0">
              <a:buNone/>
            </a:pPr>
            <a:r>
              <a:rPr lang="en-GB" sz="1800" dirty="0"/>
              <a:t>- 2025-12-14 11:15:00 | Session 87 | INSERT Customers</a:t>
            </a:r>
            <a:endParaRPr lang="en-IN" sz="1800" dirty="0"/>
          </a:p>
          <a:p>
            <a:pPr marL="0" indent="0">
              <a:buNone/>
            </a:pPr>
            <a:r>
              <a:rPr lang="en-GB" sz="1800" b="1" dirty="0"/>
              <a:t> Trends:</a:t>
            </a:r>
            <a:endParaRPr lang="en-IN" sz="1800" b="1" dirty="0"/>
          </a:p>
          <a:p>
            <a:pPr marL="0" indent="0">
              <a:buNone/>
            </a:pPr>
            <a:r>
              <a:rPr lang="en-GB" sz="1800" dirty="0"/>
              <a:t>- Average deadlocks per hour: 2.3</a:t>
            </a:r>
            <a:endParaRPr lang="en-IN" sz="1800" dirty="0"/>
          </a:p>
          <a:p>
            <a:pPr marL="0" indent="0">
              <a:buNone/>
            </a:pPr>
            <a:r>
              <a:rPr lang="en-GB" sz="1800" dirty="0"/>
              <a:t>- Peak hour: 11 AM</a:t>
            </a:r>
            <a:endParaRPr lang="en-IN" sz="1800" dirty="0"/>
          </a:p>
          <a:p>
            <a:pPr marL="0" indent="0">
              <a:buNone/>
            </a:pPr>
            <a:r>
              <a:rPr lang="en-GB" sz="1800" dirty="0"/>
              <a:t> Logs:- Error 1205 repeated 5 times in last 24 hours</a:t>
            </a:r>
            <a:endParaRPr lang="en-IN" sz="1800" dirty="0"/>
          </a:p>
          <a:p>
            <a:pPr marL="0" indent="0">
              <a:buNone/>
            </a:pPr>
            <a:r>
              <a:rPr lang="en-GB" sz="1800" b="1" dirty="0"/>
              <a:t> Tasks:</a:t>
            </a:r>
            <a:endParaRPr lang="en-IN" sz="1800" b="1" dirty="0"/>
          </a:p>
          <a:p>
            <a:pPr marL="0" indent="0">
              <a:buNone/>
            </a:pPr>
            <a:r>
              <a:rPr lang="en-GB" sz="1800" dirty="0"/>
              <a:t>1. Summarize the situation in plain English.</a:t>
            </a:r>
            <a:endParaRPr lang="en-IN" sz="1800" dirty="0"/>
          </a:p>
          <a:p>
            <a:pPr marL="0" indent="0">
              <a:buNone/>
            </a:pPr>
            <a:r>
              <a:rPr lang="en-GB" sz="1800" dirty="0"/>
              <a:t>2. Recommend 2 optimizations to reduce deadlocks.</a:t>
            </a:r>
            <a:endParaRPr lang="en-IN" sz="1800" dirty="0"/>
          </a:p>
          <a:p>
            <a:pPr marL="0" indent="0">
              <a:buNone/>
            </a:pPr>
            <a:r>
              <a:rPr lang="en-GB" sz="1800" dirty="0"/>
              <a:t>3. Highlight any unusual patterns.</a:t>
            </a:r>
            <a:endParaRPr lang="en-IN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GB" sz="1800" dirty="0">
                <a:highlight>
                  <a:srgbClr val="FFFF00"/>
                </a:highlight>
              </a:rPr>
              <a:t>LLM will then generate a </a:t>
            </a:r>
            <a:r>
              <a:rPr lang="en-GB" sz="1800" b="1" dirty="0">
                <a:highlight>
                  <a:srgbClr val="FFFF00"/>
                </a:highlight>
              </a:rPr>
              <a:t>clear, human-readable RCA (Root Cause Analysis)</a:t>
            </a:r>
            <a:r>
              <a:rPr lang="en-GB" sz="1800" dirty="0">
                <a:highlight>
                  <a:srgbClr val="FFFF00"/>
                </a:highlight>
              </a:rPr>
              <a:t> style answer.</a:t>
            </a:r>
            <a:endParaRPr lang="en-IN" sz="1800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688609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E04C9-769E-4219-2117-FE3BBE1DD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63624"/>
            <a:ext cx="11125200" cy="5146675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lang="en-GB" b="1" dirty="0"/>
              <a:t>Feed into Bedrock LLM: </a:t>
            </a:r>
            <a:r>
              <a:rPr lang="en-GB" dirty="0"/>
              <a:t>Prompt the LLM with context</a:t>
            </a:r>
            <a:endParaRPr lang="en-IN" dirty="0"/>
          </a:p>
          <a:p>
            <a:pPr marL="0" indent="0">
              <a:buNone/>
            </a:pPr>
            <a:r>
              <a:rPr lang="en-GB" dirty="0"/>
              <a:t>You are an observability assistant. </a:t>
            </a:r>
            <a:endParaRPr lang="en-IN" dirty="0"/>
          </a:p>
          <a:p>
            <a:pPr marL="0" indent="0">
              <a:buNone/>
            </a:pPr>
            <a:r>
              <a:rPr lang="en-GB" dirty="0"/>
              <a:t>Given the following database telemetry, summarize key issues and trends, </a:t>
            </a:r>
            <a:endParaRPr lang="en-IN" dirty="0"/>
          </a:p>
          <a:p>
            <a:pPr marL="0" indent="0">
              <a:buNone/>
            </a:pPr>
            <a:r>
              <a:rPr lang="en-GB" dirty="0"/>
              <a:t>and recommend possible optimizations.</a:t>
            </a:r>
            <a:endParaRPr lang="en-IN" dirty="0"/>
          </a:p>
          <a:p>
            <a:pPr marL="0" indent="0">
              <a:buNone/>
            </a:pPr>
            <a:r>
              <a:rPr lang="en-GB" dirty="0"/>
              <a:t> </a:t>
            </a:r>
            <a:endParaRPr lang="en-IN" dirty="0"/>
          </a:p>
          <a:p>
            <a:pPr marL="0" indent="0">
              <a:buNone/>
            </a:pPr>
            <a:r>
              <a:rPr lang="en-GB" dirty="0">
                <a:highlight>
                  <a:srgbClr val="FFFF00"/>
                </a:highlight>
              </a:rPr>
              <a:t>Data:  {JSON payload here} - (log data which we collected in JSON)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LLM Response  </a:t>
            </a:r>
            <a:r>
              <a:rPr lang="en-GB" dirty="0"/>
              <a:t>The model will produce:</a:t>
            </a:r>
          </a:p>
          <a:p>
            <a:pPr marL="0" indent="0">
              <a:buNone/>
            </a:pPr>
            <a:endParaRPr lang="en-IN" dirty="0"/>
          </a:p>
          <a:p>
            <a:pPr lvl="0"/>
            <a:r>
              <a:rPr lang="en-GB" dirty="0"/>
              <a:t>A </a:t>
            </a:r>
            <a:r>
              <a:rPr lang="en-GB" b="1" dirty="0"/>
              <a:t>summary</a:t>
            </a:r>
            <a:r>
              <a:rPr lang="en-GB" dirty="0"/>
              <a:t>: “Deadlocks peaked at 11 AM, mostly on Orders table updates.”</a:t>
            </a:r>
            <a:endParaRPr lang="en-IN" dirty="0"/>
          </a:p>
          <a:p>
            <a:pPr lvl="0"/>
            <a:r>
              <a:rPr lang="en-GB" b="1" dirty="0"/>
              <a:t>Recommendations</a:t>
            </a:r>
            <a:r>
              <a:rPr lang="en-GB" dirty="0"/>
              <a:t>: “Consider indexing </a:t>
            </a:r>
            <a:r>
              <a:rPr lang="en-GB" dirty="0" err="1"/>
              <a:t>Orders.customer_id</a:t>
            </a:r>
            <a:r>
              <a:rPr lang="en-GB" dirty="0"/>
              <a:t> or reviewing transaction isolation levels.”</a:t>
            </a:r>
            <a:endParaRPr lang="en-IN" dirty="0"/>
          </a:p>
          <a:p>
            <a:pPr lvl="0"/>
            <a:r>
              <a:rPr lang="en-GB" b="1" dirty="0"/>
              <a:t>Trends</a:t>
            </a:r>
            <a:r>
              <a:rPr lang="en-GB" dirty="0"/>
              <a:t>: “Deadlocks are increasing compared to yesterday.”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6604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720</Words>
  <Application>Microsoft Office PowerPoint</Application>
  <PresentationFormat>Widescreen</PresentationFormat>
  <Paragraphs>103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Common query for each data base </vt:lpstr>
      <vt:lpstr>Flow</vt:lpstr>
      <vt:lpstr>Example</vt:lpstr>
      <vt:lpstr>PowerPoint Presentation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Prakash Hajela, Rajneesh (Cognizant)</dc:creator>
  <cp:lastModifiedBy>Prakash Hajela, Rajneesh (Cognizant)</cp:lastModifiedBy>
  <cp:revision>1</cp:revision>
  <dcterms:created xsi:type="dcterms:W3CDTF">2025-12-15T14:18:05Z</dcterms:created>
  <dcterms:modified xsi:type="dcterms:W3CDTF">2025-12-15T14:46:21Z</dcterms:modified>
</cp:coreProperties>
</file>