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D141D-D307-4276-9F36-7D3AA179F22B}" v="2" dt="2026-01-07T16:29:57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Hajela, Rajneesh (Cognizant)" userId="ba899388-3a4e-401c-bc1a-dbead9b4e35f" providerId="ADAL" clId="{CDC9A575-535F-4BC2-8D7B-3B4F3330D629}"/>
    <pc:docChg chg="modSld">
      <pc:chgData name="Prakash Hajela, Rajneesh (Cognizant)" userId="ba899388-3a4e-401c-bc1a-dbead9b4e35f" providerId="ADAL" clId="{CDC9A575-535F-4BC2-8D7B-3B4F3330D629}" dt="2026-01-07T16:29:57.904" v="1"/>
      <pc:docMkLst>
        <pc:docMk/>
      </pc:docMkLst>
      <pc:sldChg chg="addSp delSp modSp">
        <pc:chgData name="Prakash Hajela, Rajneesh (Cognizant)" userId="ba899388-3a4e-401c-bc1a-dbead9b4e35f" providerId="ADAL" clId="{CDC9A575-535F-4BC2-8D7B-3B4F3330D629}" dt="2026-01-07T16:29:46.167" v="0"/>
        <pc:sldMkLst>
          <pc:docMk/>
          <pc:sldMk cId="1688279047" sldId="257"/>
        </pc:sldMkLst>
        <pc:spChg chg="del">
          <ac:chgData name="Prakash Hajela, Rajneesh (Cognizant)" userId="ba899388-3a4e-401c-bc1a-dbead9b4e35f" providerId="ADAL" clId="{CDC9A575-535F-4BC2-8D7B-3B4F3330D629}" dt="2026-01-07T16:29:46.167" v="0"/>
          <ac:spMkLst>
            <pc:docMk/>
            <pc:sldMk cId="1688279047" sldId="257"/>
            <ac:spMk id="3" creationId="{7869374E-9580-13A7-3218-1B5055ED1D65}"/>
          </ac:spMkLst>
        </pc:spChg>
        <pc:spChg chg="add mod">
          <ac:chgData name="Prakash Hajela, Rajneesh (Cognizant)" userId="ba899388-3a4e-401c-bc1a-dbead9b4e35f" providerId="ADAL" clId="{CDC9A575-535F-4BC2-8D7B-3B4F3330D629}" dt="2026-01-07T16:29:46.167" v="0"/>
          <ac:spMkLst>
            <pc:docMk/>
            <pc:sldMk cId="1688279047" sldId="257"/>
            <ac:spMk id="5" creationId="{E6C8272A-A2AB-52DA-E268-A850D9C3AED4}"/>
          </ac:spMkLst>
        </pc:spChg>
        <pc:spChg chg="add mod">
          <ac:chgData name="Prakash Hajela, Rajneesh (Cognizant)" userId="ba899388-3a4e-401c-bc1a-dbead9b4e35f" providerId="ADAL" clId="{CDC9A575-535F-4BC2-8D7B-3B4F3330D629}" dt="2026-01-07T16:29:46.167" v="0"/>
          <ac:spMkLst>
            <pc:docMk/>
            <pc:sldMk cId="1688279047" sldId="257"/>
            <ac:spMk id="6" creationId="{949F7981-2538-CFE7-FDC5-6D645713307D}"/>
          </ac:spMkLst>
        </pc:spChg>
        <pc:spChg chg="add mod">
          <ac:chgData name="Prakash Hajela, Rajneesh (Cognizant)" userId="ba899388-3a4e-401c-bc1a-dbead9b4e35f" providerId="ADAL" clId="{CDC9A575-535F-4BC2-8D7B-3B4F3330D629}" dt="2026-01-07T16:29:46.167" v="0"/>
          <ac:spMkLst>
            <pc:docMk/>
            <pc:sldMk cId="1688279047" sldId="257"/>
            <ac:spMk id="7" creationId="{896BB988-965D-2C10-42A3-DFABB8B0AA62}"/>
          </ac:spMkLst>
        </pc:spChg>
        <pc:spChg chg="add mod">
          <ac:chgData name="Prakash Hajela, Rajneesh (Cognizant)" userId="ba899388-3a4e-401c-bc1a-dbead9b4e35f" providerId="ADAL" clId="{CDC9A575-535F-4BC2-8D7B-3B4F3330D629}" dt="2026-01-07T16:29:46.167" v="0"/>
          <ac:spMkLst>
            <pc:docMk/>
            <pc:sldMk cId="1688279047" sldId="257"/>
            <ac:spMk id="8" creationId="{84BBDC48-D920-3F7E-68BB-B2A424D5FB98}"/>
          </ac:spMkLst>
        </pc:spChg>
        <pc:spChg chg="add mod">
          <ac:chgData name="Prakash Hajela, Rajneesh (Cognizant)" userId="ba899388-3a4e-401c-bc1a-dbead9b4e35f" providerId="ADAL" clId="{CDC9A575-535F-4BC2-8D7B-3B4F3330D629}" dt="2026-01-07T16:29:46.167" v="0"/>
          <ac:spMkLst>
            <pc:docMk/>
            <pc:sldMk cId="1688279047" sldId="257"/>
            <ac:spMk id="9" creationId="{564DACF4-F5B9-22C1-87A3-46B8285C38E0}"/>
          </ac:spMkLst>
        </pc:spChg>
        <pc:graphicFrameChg chg="add mod">
          <ac:chgData name="Prakash Hajela, Rajneesh (Cognizant)" userId="ba899388-3a4e-401c-bc1a-dbead9b4e35f" providerId="ADAL" clId="{CDC9A575-535F-4BC2-8D7B-3B4F3330D629}" dt="2026-01-07T16:29:46.167" v="0"/>
          <ac:graphicFrameMkLst>
            <pc:docMk/>
            <pc:sldMk cId="1688279047" sldId="257"/>
            <ac:graphicFrameMk id="4" creationId="{2F50D363-8D69-920A-61D3-F509AC6BBD2E}"/>
          </ac:graphicFrameMkLst>
        </pc:graphicFrameChg>
      </pc:sldChg>
      <pc:sldChg chg="addSp delSp modSp">
        <pc:chgData name="Prakash Hajela, Rajneesh (Cognizant)" userId="ba899388-3a4e-401c-bc1a-dbead9b4e35f" providerId="ADAL" clId="{CDC9A575-535F-4BC2-8D7B-3B4F3330D629}" dt="2026-01-07T16:29:57.904" v="1"/>
        <pc:sldMkLst>
          <pc:docMk/>
          <pc:sldMk cId="1089040135" sldId="258"/>
        </pc:sldMkLst>
        <pc:spChg chg="del">
          <ac:chgData name="Prakash Hajela, Rajneesh (Cognizant)" userId="ba899388-3a4e-401c-bc1a-dbead9b4e35f" providerId="ADAL" clId="{CDC9A575-535F-4BC2-8D7B-3B4F3330D629}" dt="2026-01-07T16:29:57.904" v="1"/>
          <ac:spMkLst>
            <pc:docMk/>
            <pc:sldMk cId="1089040135" sldId="258"/>
            <ac:spMk id="3" creationId="{E3373D0D-CB87-A0F5-162D-DFEFFF831CFB}"/>
          </ac:spMkLst>
        </pc:spChg>
        <pc:spChg chg="add">
          <ac:chgData name="Prakash Hajela, Rajneesh (Cognizant)" userId="ba899388-3a4e-401c-bc1a-dbead9b4e35f" providerId="ADAL" clId="{CDC9A575-535F-4BC2-8D7B-3B4F3330D629}" dt="2026-01-07T16:29:57.904" v="1"/>
          <ac:spMkLst>
            <pc:docMk/>
            <pc:sldMk cId="1089040135" sldId="258"/>
            <ac:spMk id="5" creationId="{AAA9E6BE-2C00-FFA7-8A6C-93B728BF6EB3}"/>
          </ac:spMkLst>
        </pc:spChg>
        <pc:graphicFrameChg chg="add mod">
          <ac:chgData name="Prakash Hajela, Rajneesh (Cognizant)" userId="ba899388-3a4e-401c-bc1a-dbead9b4e35f" providerId="ADAL" clId="{CDC9A575-535F-4BC2-8D7B-3B4F3330D629}" dt="2026-01-07T16:29:57.904" v="1"/>
          <ac:graphicFrameMkLst>
            <pc:docMk/>
            <pc:sldMk cId="1089040135" sldId="258"/>
            <ac:graphicFrameMk id="4" creationId="{9C2D2A52-7914-C5FE-F8A2-99BC7C360E7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644A-104C-3E01-84E4-08D147B4E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B3D44-B0C3-FF5B-0284-BC7F66C53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3E67-1814-F155-8FC7-CB3665CB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F49F-DC67-8866-6766-641B7D23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D47DF-AF1E-742B-C7F7-0DBF837A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8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7F88-0D12-9C86-E3CF-CF9370BF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63DA-F0DF-DA78-4A1C-48C984280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102FA-D750-1E4A-850C-77D360AA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A79B-F20F-0B60-C9BC-48FEEC6F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C28B3-0A04-9592-7610-7E796F0A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22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97F0-E68F-8A9F-AA4E-28C494CB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230ED-F2AA-57C8-D1D3-111C61AA3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37C0-4D54-9FF7-6752-EB00B215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2E7EF-362B-1E43-A383-6D72A75D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A76F0-362B-E924-8F92-9D0F84C1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4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3108-10B5-D23F-878E-ACB7EB1C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10E7-2EEA-0DDF-FC4D-B88AA6FA3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B48F4-60AC-959D-FF5A-BF617EC67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E297D-9413-DB39-3A6E-0C1BEFA1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CC445-08F0-8C1D-44D2-1D5EE046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4F430-2DB6-5F16-4DF9-381C8FA9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84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32B8-2C07-F1F5-8AF0-106D7C0D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A9ADF-1A9D-70F7-DFAD-BCF7376AC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9E469-7F02-1DB8-574D-2F21DB457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8D7B4-879D-88A0-B78F-72A3B06C2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209B0-B0F3-E780-AD86-B2D8A0D09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46287-374C-FEB0-F640-40069EB4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2C7-5D38-4B95-71AA-F4100629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307C7-6747-08B4-AB7E-7A7C3EF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53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F6B2-EF3B-3BA7-791D-A5763371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921F9-E9EA-B52A-A467-4FF6F8B9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C6B62-CDA8-15A7-821F-6495AB85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3F9A4-862B-483C-24D1-344B1489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7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770C5-9DC8-FC81-5330-BBF28F9A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D30EEE-1489-643A-9643-740462C8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1EEE6-A3E9-A63B-4172-5A35F070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2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163E-EBB0-8149-8EF3-E75DCEDF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2801-6ACB-88F8-4DDD-1B5AB0BBF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D0A1-396F-8162-D5A9-EB33F75BC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9D796-7B8E-723F-AD73-B9806B83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40663-DA54-8E5F-4CC2-F6E3D5C7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FE745-3D9D-89CD-5DC1-1268F837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5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E204-7F08-6CEA-DC2D-9A0B28BAF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3D900-DFBB-855E-97CD-76F6596C2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1EE9B-F3E0-4F09-03B3-E8D9BC23F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ACE90-5D48-D59D-3231-2A3DBA14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C0661-69AC-C05E-957E-22E80FAD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651BA-0896-C45B-46DF-86B78A02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22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08A8-83EA-BBB8-DA4B-2B97EDC9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7AAD3-F6B2-D78F-A77D-C8271DC6A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CD373-D47E-329E-506F-866F8629A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59BEE-3419-B564-1C11-465C89AD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4A030-2D54-F89B-3C1A-10067639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36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8B94C-C19C-91D8-1919-FC4B3445D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27C1E-5528-8E45-DD40-5C05BDF8A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03DF-1BD7-BCE2-2ACA-95534B50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B60E2-03F4-56F3-B893-63FFFE6B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08922-6831-1CAD-F059-4A45CA64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4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5C0FE-B638-6577-1107-D5ABA3EF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8B4DC-A4BF-54D0-685D-FBE38AD68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FB48-3299-9D67-682B-2146CE974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CAA7F-EAD9-4B7D-B85B-2D16D4B6D0A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F827-B396-FAA5-6412-1B404343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F690C-1528-08F3-8F70-91159C571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8669-9F2E-4B7A-A9C1-EC158B499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0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B8D9-F2A0-4FA8-CABD-145CAA495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F697F-838E-70E8-310A-CE2563B4C3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45FECCD-63BF-0290-A4A0-C43936B22D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C3341B-DDD0-653C-DADD-BF2F6FC4D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4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1DE4-133C-717C-F7AE-32B6D843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50D363-8D69-920A-61D3-F509AC6BBD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12190" y="3034824"/>
          <a:ext cx="10167620" cy="1932940"/>
        </p:xfrm>
        <a:graphic>
          <a:graphicData uri="http://schemas.openxmlformats.org/drawingml/2006/table">
            <a:tbl>
              <a:tblPr/>
              <a:tblGrid>
                <a:gridCol w="2505710">
                  <a:extLst>
                    <a:ext uri="{9D8B030D-6E8A-4147-A177-3AD203B41FA5}">
                      <a16:colId xmlns:a16="http://schemas.microsoft.com/office/drawing/2014/main" val="226692460"/>
                    </a:ext>
                  </a:extLst>
                </a:gridCol>
                <a:gridCol w="7661910">
                  <a:extLst>
                    <a:ext uri="{9D8B030D-6E8A-4147-A177-3AD203B41FA5}">
                      <a16:colId xmlns:a16="http://schemas.microsoft.com/office/drawing/2014/main" val="1891269735"/>
                    </a:ext>
                  </a:extLst>
                </a:gridCol>
              </a:tblGrid>
              <a:tr h="12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Agent / Actor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Role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22646"/>
                  </a:ext>
                </a:extLst>
              </a:tr>
              <a:tr h="12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User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Reports DB issue and provides context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064263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Chat Interface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Collects structured inputs and communicates results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658501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Root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Orchestrates observability, compliance, approval, and resolution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183974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DB Observability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  <a:latin typeface="Aptos" panose="020B0004020202020204" pitchFamily="34" charset="0"/>
                        </a:rPr>
                        <a:t>Pulls metrics/events, validates compliance, synthesizes diagnosis, monitors fix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497852"/>
                  </a:ext>
                </a:extLst>
              </a:tr>
              <a:tr h="12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Observability Platform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Supplies performance metrics and anomaly data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617797"/>
                  </a:ext>
                </a:extLst>
              </a:tr>
              <a:tr h="12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Event System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Provides correlated infra events</a:t>
                      </a:r>
                      <a:r>
                        <a:rPr lang="en-GB" sz="1200" b="1">
                          <a:effectLst/>
                          <a:latin typeface="Aptos" panose="020B0004020202020204" pitchFamily="34" charset="0"/>
                        </a:rPr>
                        <a:t>(autonomous agent/service</a:t>
                      </a: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 that executes itself when triggered by another agent)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153323"/>
                  </a:ext>
                </a:extLst>
              </a:tr>
              <a:tr h="126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Governance &amp; Compliance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Ensures observability scope meets audit/policy rules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270996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DBA Team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  <a:latin typeface="Aptos" panose="020B0004020202020204" pitchFamily="34" charset="0"/>
                        </a:rPr>
                        <a:t>Provides HITL approval, applies fix, confirms resolution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2660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6C8272A-A2AB-52DA-E268-A850D9C3A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30353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2539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  <a:cs typeface="Segoe UI" panose="020B0502040204020203" pitchFamily="34" charset="0"/>
              </a:rPr>
              <a:t>RE: Sequence diagram flow.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49F7981-2538-CFE7-FDC5-6D6457133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30353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50784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    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  <a:cs typeface="Segoe UI" panose="020B0502040204020203" pitchFamily="34" charset="0"/>
              </a:rPr>
              <a:t>Prakash Hajela, Rajneesh (Cognizant)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6BB988-965D-2C10-42A3-DFABB8B0A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30353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inherit"/>
                <a:cs typeface="Segoe UI" panose="020B0502040204020203" pitchFamily="34" charset="0"/>
              </a:rPr>
              <a:t>​​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inherit"/>
                <a:cs typeface="Segoe UI" panose="020B0502040204020203" pitchFamily="34" charset="0"/>
              </a:rPr>
              <a:t>​​​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Hi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Venkat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a,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Prepared sequence diagram for each steps,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  </a:t>
            </a:r>
            <a:r>
              <a:rPr kumimoji="0" lang="en-US" altLang="en-US" sz="21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         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Scenario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 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1 (DB Observability)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→ DBA approves mitigation path before fix is applied.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Scenario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 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2 (Database Selection)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→ DBA approves recommended DB before provisioning.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Scenario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 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3 (DML/DDL Observability)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→ DBA approves schema change before Runner Agent executes.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DB Observability: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inheri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84BBDC48-D920-3F7E-68BB-B2A424D5FB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76325" y="1176338"/>
            <a:ext cx="6067425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564DACF4-F5B9-22C1-87A3-46B8285C38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7275" y="26844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7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001C-ED16-6075-6B81-F558AC14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2D2A52-7914-C5FE-F8A2-99BC7C360E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69540" y="2915444"/>
          <a:ext cx="6852920" cy="2171700"/>
        </p:xfrm>
        <a:graphic>
          <a:graphicData uri="http://schemas.openxmlformats.org/drawingml/2006/table">
            <a:tbl>
              <a:tblPr/>
              <a:tblGrid>
                <a:gridCol w="2505710">
                  <a:extLst>
                    <a:ext uri="{9D8B030D-6E8A-4147-A177-3AD203B41FA5}">
                      <a16:colId xmlns:a16="http://schemas.microsoft.com/office/drawing/2014/main" val="2975892584"/>
                    </a:ext>
                  </a:extLst>
                </a:gridCol>
                <a:gridCol w="4347210">
                  <a:extLst>
                    <a:ext uri="{9D8B030D-6E8A-4147-A177-3AD203B41FA5}">
                      <a16:colId xmlns:a16="http://schemas.microsoft.com/office/drawing/2014/main" val="4009059018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Agent / Actor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Role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4677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User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Requests schema change and provides DB type + intent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49884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Chat Interface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Collects inputs and communicates results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19195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Root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Orchestrates observability, approval, and execution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03676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DML/DDL Observability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  <a:latin typeface="Aptos" panose="020B0004020202020204" pitchFamily="34" charset="0"/>
                        </a:rPr>
                        <a:t>Validates compliance, checks infra events, monitors execution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22718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Governance &amp; Compliance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Ensures schema changes comply with audit rules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85415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Event System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Supplies infra events for risk avoidance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917258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DBA Team (HITL)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  <a:latin typeface="Aptos" panose="020B0004020202020204" pitchFamily="34" charset="0"/>
                        </a:rPr>
                        <a:t>Provides human approval before execution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509558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  <a:latin typeface="Aptos" panose="020B0004020202020204" pitchFamily="34" charset="0"/>
                        </a:rPr>
                        <a:t>DML/DDL Runner Agent</a:t>
                      </a:r>
                      <a:endParaRPr lang="en-IN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  <a:latin typeface="Aptos" panose="020B0004020202020204" pitchFamily="34" charset="0"/>
                        </a:rPr>
                        <a:t>Executes approved DML/DDL operations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68765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AA9E6BE-2C00-FFA7-8A6C-93B728BF6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04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2E6A-9A78-629F-5374-4D04F64B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52CE1-4D2B-5A40-FAF3-512381109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6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264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inherit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Hajela, Rajneesh (Cognizant)</dc:creator>
  <cp:lastModifiedBy>Prakash Hajela, Rajneesh (Cognizant)</cp:lastModifiedBy>
  <cp:revision>1</cp:revision>
  <dcterms:created xsi:type="dcterms:W3CDTF">2026-01-07T16:28:23Z</dcterms:created>
  <dcterms:modified xsi:type="dcterms:W3CDTF">2026-01-07T17:28:13Z</dcterms:modified>
</cp:coreProperties>
</file>